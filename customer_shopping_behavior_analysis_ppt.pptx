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Shopping Behavior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Tools: Python, SQL, Power BI</a:t>
            </a:r>
          </a:p>
          <a:p>
            <a:r>
              <a:t>Dataset: Customer Shopping Transactions</a:t>
            </a:r>
          </a:p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customer shopping behavior to understand spending patterns,</a:t>
            </a:r>
          </a:p>
          <a:p>
            <a:r>
              <a:t>customer segments, product preferences, and subscription behavior.</a:t>
            </a:r>
          </a:p>
          <a:p>
            <a:r>
              <a:t>Dataset contains 3,900 transactions.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Rows: 3,900</a:t>
            </a:r>
          </a:p>
          <a:p>
            <a:r>
              <a:t>Columns: 18</a:t>
            </a:r>
          </a:p>
          <a:p>
            <a:r>
              <a:t>Includes demographics, purchase details,</a:t>
            </a:r>
          </a:p>
          <a:p>
            <a:r>
              <a:t>and shopping behavior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(Python)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Loaded dataset using pandas</a:t>
            </a:r>
          </a:p>
          <a:p>
            <a:r>
              <a:t>Handled missing values in Review Rating</a:t>
            </a:r>
          </a:p>
          <a:p>
            <a:r>
              <a:t>Standardized column names</a:t>
            </a:r>
          </a:p>
          <a:p>
            <a:r>
              <a:t>Dropped redundant columns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Created age_group column</a:t>
            </a:r>
          </a:p>
          <a:p>
            <a:r>
              <a:t>Created purchase frequency metrics</a:t>
            </a:r>
          </a:p>
          <a:p>
            <a:r>
              <a:t>Improved data for business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SQL Business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by gender</a:t>
            </a:r>
          </a:p>
          <a:p>
            <a:r>
              <a:t>High spending discount users</a:t>
            </a:r>
          </a:p>
          <a:p>
            <a:r>
              <a:t>Top rated products</a:t>
            </a:r>
          </a:p>
          <a:p>
            <a:r>
              <a:t>Shipping type comparison</a:t>
            </a:r>
          </a:p>
          <a:p>
            <a:r>
              <a:t>Subscribers vs non-subscribers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Male customers generated higher total revenue</a:t>
            </a:r>
          </a:p>
          <a:p>
            <a:r>
              <a:t>Female: 75,191</a:t>
            </a:r>
          </a:p>
          <a:p>
            <a:r>
              <a:t>Male: 157,890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Rated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Gloves</a:t>
            </a:r>
          </a:p>
          <a:p>
            <a:r>
              <a:t>Sandals</a:t>
            </a:r>
          </a:p>
          <a:p>
            <a:r>
              <a:t>Boots</a:t>
            </a:r>
          </a:p>
          <a:p>
            <a:r>
              <a:t>Hat</a:t>
            </a:r>
          </a:p>
          <a:p>
            <a:r>
              <a:t>Skirt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Shipping Type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Average Purchase Amount</a:t>
            </a:r>
          </a:p>
          <a:p>
            <a:r>
              <a:t>Standard: 58.46</a:t>
            </a:r>
          </a:p>
          <a:p>
            <a:r>
              <a:t>Express: 60.48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Subscribers vs Non‑Subscribers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Subscribers: 1,053 customers</a:t>
            </a:r>
          </a:p>
          <a:p>
            <a:r>
              <a:t>Non‑Subscribers: 2,847 customers</a:t>
            </a:r>
          </a:p>
          <a:p>
            <a:r>
              <a:t>Non‑subscribers generated higher total revenue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Loyal: 3,116</a:t>
            </a:r>
          </a:p>
          <a:p>
            <a:r>
              <a:t>Returning: 701</a:t>
            </a:r>
          </a:p>
          <a:p>
            <a:r>
              <a:t>New: 83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Age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Young Adult: 62,143</a:t>
            </a:r>
          </a:p>
          <a:p>
            <a:r>
              <a:t>Middle‑aged: 59,197</a:t>
            </a:r>
          </a:p>
          <a:p>
            <a:r>
              <a:t>Adult: 55,978</a:t>
            </a:r>
          </a:p>
          <a:p>
            <a:r>
              <a:t>Senior: 55,763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dashboard created showing revenue, sales trends,</a:t>
            </a:r>
          </a:p>
          <a:p>
            <a:r>
              <a:t>customer segments, and product performance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Promote subscriptions</a:t>
            </a:r>
          </a:p>
          <a:p>
            <a:r>
              <a:t>Reward repeat buyers</a:t>
            </a:r>
          </a:p>
          <a:p>
            <a:r>
              <a:t>Optimize discount policies</a:t>
            </a:r>
          </a:p>
          <a:p>
            <a:r>
              <a:t>Highlight top products</a:t>
            </a:r>
          </a:p>
          <a:p>
            <a:r>
              <a:t>Target high‑revenue age groups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analysis helps understand customer behavior</a:t>
            </a:r>
          </a:p>
          <a:p>
            <a:r>
              <a:t>Insights support better marketing and business strategies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